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09F0C-8F06-4A81-BCEA-3EFA5671279A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2D8A5-2590-4F24-AD1D-14CBA1B3F5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977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2D8A5-2590-4F24-AD1D-14CBA1B3F509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166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4E9EA-8B3B-55FB-868A-0F89FD0CB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F2AFFE-118F-7CF9-290E-EFAF72409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BD43A3-69A1-9CD3-1FC1-2A1B2DB86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E74F-75C9-4A82-A491-BF864872F445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6B7AB8-F72F-E3A2-C725-21F75A0C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78EFC4-21F4-BD4E-A71D-1D0AD6B2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FEE7-FC87-40CE-BC25-EACAA89E02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5948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FAD26-1123-C5C7-FD5E-E09494A04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21B7AC-6B15-F388-EA18-659E64027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DECF0C-B15A-A7C8-EB4B-C8C22CA4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E74F-75C9-4A82-A491-BF864872F445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640ED3-605A-1139-FE28-B2D67AE43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6053F9-18D7-225A-25F9-02A9D729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FEE7-FC87-40CE-BC25-EACAA89E02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513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87524-571D-4662-5D90-C7CE22CF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7A40A8-6C2F-D280-3D33-3BA450FC5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938747-7333-813C-15B4-78E9B0A7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E74F-75C9-4A82-A491-BF864872F445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807BF3-63C6-73BA-F191-7EE1A810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575DFC-85C4-4E87-CE9A-4E7215B0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FEE7-FC87-40CE-BC25-EACAA89E02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5240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CF0EB-44DF-6FD4-B8B6-04C651BF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0A1E94-5DC2-13C5-11F9-A76F95725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9ADD11-A2F0-D406-BD1B-2B313C06D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FAC0A0-0BA6-7DF2-DD44-0D5EA37F5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E74F-75C9-4A82-A491-BF864872F445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677785-15D8-9F60-EE8E-3312652E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631A0C-BE50-B150-421A-361D67AD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FEE7-FC87-40CE-BC25-EACAA89E02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175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E7122-1ECC-FF48-A333-4EEC8C22A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407DCC-7345-B382-FBD7-45ED542D4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71CA1B-EC80-75D5-6402-DF2A5B26D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980D3D-7B18-09D0-0C56-DBD70FC4D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7B9BD9-1B70-9905-F9BC-EA81BBDFB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0DD4A9F-8447-718C-A977-0AEDBABC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E74F-75C9-4A82-A491-BF864872F445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B2242B0-2344-0456-6F48-3CA673C0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D9FCE8-212E-85C3-D801-12BA8631D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FEE7-FC87-40CE-BC25-EACAA89E02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436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86C52-D72B-162F-B15C-4968CFFF0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5FBB98C-ADBF-1C3E-5205-EBE13F43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E74F-75C9-4A82-A491-BF864872F445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B7A7266-334C-C8DD-FCAD-205A871DE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2393D4-47DF-3C33-0A01-B840F7EB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FEE7-FC87-40CE-BC25-EACAA89E02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925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7406FB4-2FB6-5DAB-3698-77EF2A888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E74F-75C9-4A82-A491-BF864872F445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DDD3B71-7BD5-55B3-75C7-663AECCD8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B39043-23F3-5CD0-4EAA-70278A97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FEE7-FC87-40CE-BC25-EACAA89E02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171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E35B0-2337-A52C-2765-9A31D16D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4C7114-CEBA-3D9B-75E1-413CDE982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30D95C-F35F-BD2D-5535-1AE7BCDA4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B22A3D-3EDD-9463-691B-ADD07A98A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E74F-75C9-4A82-A491-BF864872F445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178D65-58E9-C765-2D0B-6C5815F3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D13C16-9037-F7BC-FAAA-E660FB98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FEE7-FC87-40CE-BC25-EACAA89E02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671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286A1-BDAD-09DD-8EBE-33E42141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922CE02-1760-988D-F112-CF5DC04DD2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B209D5-E01F-A6C3-A09D-DBBB0EA17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C73B1A-44DF-CCEE-93DB-2111FDAAF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E74F-75C9-4A82-A491-BF864872F445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F67DDB-1A12-A614-3E38-273680BA1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C93C76-D2B1-590E-FE15-91F09A0F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FEE7-FC87-40CE-BC25-EACAA89E02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662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B5903-DA19-3812-0A54-E737859D8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779B1F-29DE-1964-1009-39022B269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7B99BA-2CF2-FCBD-6EDF-A218C9047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E74F-75C9-4A82-A491-BF864872F445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97651C-56AD-EFBA-1256-9C4DC59EF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716EC4-3FC9-38AF-396A-0295AD7FD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FEE7-FC87-40CE-BC25-EACAA89E02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284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8CAC22-C924-A743-C458-BD7EF9597B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67E477-FD8A-C0D2-4154-55E06A5C5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74E010-9D30-8994-4D2E-A3E7CAC34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E74F-75C9-4A82-A491-BF864872F445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517D87-DE8F-6108-AC4A-BBD4E0251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A70CD6-F42C-7C2C-F0E5-50C79306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FEE7-FC87-40CE-BC25-EACAA89E02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883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E3E48B-7E1A-C32F-EE6F-2EE541BA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BEFD15-56F9-B53C-CEE4-5A124CB12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9EBFF2-AA22-50E3-B315-9D9549A0C7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BE74F-75C9-4A82-A491-BF864872F445}" type="datetimeFigureOut">
              <a:rPr lang="es-MX" smtClean="0"/>
              <a:t>06/08/2024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31B337-1953-E7DA-80FB-CDBC1798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31056A-1BF1-5D48-81AE-E0D953146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2FEE7-FC87-40CE-BC25-EACAA89E02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732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49000">
              <a:schemeClr val="accent1">
                <a:lumMod val="45000"/>
                <a:lumOff val="55000"/>
              </a:schemeClr>
            </a:gs>
            <a:gs pos="66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889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</Words>
  <Application>Microsoft Office PowerPoint</Application>
  <PresentationFormat>Panorámica</PresentationFormat>
  <Paragraphs>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Hector Manuel Manzanilla Granados</dc:creator>
  <cp:lastModifiedBy>Hector Manuel Manzanilla Granados</cp:lastModifiedBy>
  <cp:revision>12</cp:revision>
  <dcterms:created xsi:type="dcterms:W3CDTF">2024-07-07T03:53:09Z</dcterms:created>
  <dcterms:modified xsi:type="dcterms:W3CDTF">2024-08-07T05:29:19Z</dcterms:modified>
</cp:coreProperties>
</file>